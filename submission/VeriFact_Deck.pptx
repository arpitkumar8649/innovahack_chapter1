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5400" b="1">
                <a:solidFill>
                  <a:srgbClr val="E8ECF4"/>
                </a:solidFill>
              </a:defRPr>
            </a:pPr>
            <a:r>
              <a:t>🛡️  VERIFACT</a:t>
            </a:r>
          </a:p>
          <a:p>
            <a:pPr algn="l">
              <a:spcAft>
                <a:spcPts val="800"/>
              </a:spcAft>
              <a:defRPr sz="2400" b="1">
                <a:solidFill>
                  <a:srgbClr val="4F8CFF"/>
                </a:solidFill>
              </a:defRPr>
            </a:pPr>
            <a:r>
              <a:t>Autonomous Multi-Agent Research &amp; Fact-Verification System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8B96AD"/>
                </a:solidFill>
              </a:defRPr>
            </a:pPr>
            <a:r>
              <a:t>Every claim argued over by three independent AI agents — with citations and a confidence score you can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8B96AD"/>
                </a:solidFill>
              </a:defRPr>
            </a:pPr>
            <a:r>
              <a:t>InnovaHack Chapter 1  ·  Domain 3: Gen AI  ·  Problem Statement 1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8B96AD"/>
                </a:solidFill>
              </a:defRPr>
            </a:pPr>
            <a:r>
              <a:t>Team submission — Round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PROBLEM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AI confidently lies. Users can't tell when.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Generative AI hallucinates — and reports ~100% confidence while doing it (calibration research, Amazon/MIT 2024-25).</a:t>
            </a:r>
          </a:p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Single-model answers give no receipts: no sources, no dissent, no way to know what was verified.</a:t>
            </a:r>
          </a:p>
          <a:p>
            <a:pPr>
              <a:spcAft>
                <a:spcPts val="600"/>
              </a:spcAft>
              <a:defRPr sz="1700">
                <a:solidFill>
                  <a:srgbClr val="F5B942"/>
                </a:solidFill>
              </a:defRPr>
            </a:pPr>
            <a:r>
              <a:t>• Example: ask a chatbot “Did Einstein win the Nobel for relativity?” — many repeat the myth with full confidence.</a:t>
            </a:r>
          </a:p>
          <a:p>
            <a:pPr>
              <a:spcAft>
                <a:spcPts val="600"/>
              </a:spcAft>
              <a:defRPr sz="1700">
                <a:solidFill>
                  <a:srgbClr val="E8ECF4"/>
                </a:solidFill>
              </a:defRPr>
            </a:pPr>
            <a:r>
              <a:t>• The problem statement asks: can multiple AI agents check and challenge each other to produce trustworthy output?</a:t>
            </a:r>
          </a:p>
          <a:p>
            <a:pPr>
              <a:spcAft>
                <a:spcPts val="600"/>
              </a:spcAft>
              <a:defRPr sz="1900">
                <a:solidFill>
                  <a:srgbClr val="2ECC8F"/>
                </a:solidFill>
              </a:defRPr>
            </a:pPr>
            <a:r>
              <a:t>VeriFact's answer: an adversarial panel, not a single voice.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SOLUTION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A 7-agent pipeline with an adversarial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1 · PLANNER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topic → subtopics +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8 diverse search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1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2441448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2 · RESEARCHER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Tavily web search →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12 deduped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9976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3 · EXTRACTOR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atomic claim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decomposition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9048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318504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4F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4F8CFF"/>
                </a:solidFill>
              </a:defRPr>
            </a:pPr>
            <a:r>
              <a:t>4 · VERIFIERS ×3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adversarial panel,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parallel, majority vote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7575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032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5 · CONTRADICTION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disagreements &amp;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refutations surfaced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6104" y="269748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4F8CFF"/>
                </a:solidFill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95560" y="2103120"/>
            <a:ext cx="1737360" cy="155448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250" b="1">
                <a:solidFill>
                  <a:srgbClr val="E8ECF4"/>
                </a:solidFill>
              </a:defRPr>
            </a:pPr>
            <a:r>
              <a:t>6 · WRITER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citation-backed report</a:t>
            </a:r>
          </a:p>
          <a:p>
            <a:pPr algn="ctr">
              <a:spcAft>
                <a:spcPts val="600"/>
              </a:spcAft>
              <a:defRPr sz="1100">
                <a:solidFill>
                  <a:srgbClr val="8B96AD"/>
                </a:solidFill>
              </a:defRPr>
            </a:pPr>
            <a:r>
              <a:t>+ trust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09728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Live pipeline: every stage streams to the browser over Server-Sent Events — verdict badges flip per claim in real time.</a:t>
            </a:r>
          </a:p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Research-grounded: Stanford STORM (multi-perspective research), DebateCV SIGIR 2025 (debate-driven verification), FActScore (atomic claims).</a:t>
            </a:r>
          </a:p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• Resilient: per-agent failure tolerance, JSON nudge-retry, graceful degradation.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DIFFERENTIATOR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Three verifiers. Three lenses. Majority vote.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3566160" cy="23774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2ECC8F"/>
                </a:solidFill>
              </a:defRPr>
            </a:pPr>
            <a:r>
              <a:t>A · EVIDENTIALIST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“What do the sources literally say?”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Supports a claim ONLY if a source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explicitly states it. Never infers.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737360"/>
            <a:ext cx="3566160" cy="23774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FF5D6C"/>
                </a:solidFill>
              </a:defRPr>
            </a:pPr>
            <a:r>
              <a:t>B · SKEPTIC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“How could this be wrong?”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Actively attacks each claim; defaults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to insufficient without strong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737360"/>
            <a:ext cx="3566160" cy="23774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F5B942"/>
                </a:solidFill>
              </a:defRPr>
            </a:pPr>
            <a:r>
              <a:t>C · CONTEXTUALIST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“Is this precise and current?”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Checks dates, numbers, scope —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flags outdated or overstated claims.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10972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Why it matters: “Why Do Multi-Agent LLM Systems Fail?” (2025) found verifier superficiality is the #1 failure mode — task-focused verifiers gave +15.6% accuracy.</a:t>
            </a:r>
          </a:p>
          <a:p>
            <a:pPr>
              <a:spcAft>
                <a:spcPts val="600"/>
              </a:spcAft>
              <a:defRPr sz="1500">
                <a:solidFill>
                  <a:srgbClr val="2ECC8F"/>
                </a:solidFill>
              </a:defRPr>
            </a:pPr>
            <a:r>
              <a:t>Anti-superficiality rule: every verdict MUST cite source IDs. Evidence-free verdicts are structurally invalid.</a:t>
            </a:r>
          </a:p>
          <a:p>
            <a:pPr>
              <a:spcAft>
                <a:spcPts val="600"/>
              </a:spcAft>
              <a:defRPr sz="1500">
                <a:solidFill>
                  <a:srgbClr val="E8ECF4"/>
                </a:solidFill>
              </a:defRPr>
            </a:pPr>
            <a:r>
              <a:t>≥2 support → verified · ≥2 refute → contradicted · mixed → disputed · all insufficient → unverified.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RIGOR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Confidence is computed — never self-reported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8B96AD"/>
                </a:solidFill>
              </a:defRPr>
            </a:pPr>
            <a:r>
              <a:t>LLMs report ~100% confidence even when wrong. VeriFact derives confidence deterministically from verification signals: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926080"/>
            <a:ext cx="6949440" cy="310896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4F8CFF"/>
                </a:solidFill>
              </a:defRPr>
            </a:pPr>
            <a:r>
              <a:t>THE FORMULA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confidence = 40 × verifier agreement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            + 25 × source coverage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            + 20 × source quality (relevance)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            + 15 × specificity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            − 30 × contradiction penalty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clamped to [5, 98] — never 0 (unverifiable ≠ false),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never 100 (epistemic honesty)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0" y="2926080"/>
            <a:ext cx="3840480" cy="310896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2ECC8F"/>
                </a:solidFill>
              </a:defRPr>
            </a:pPr>
            <a:r>
              <a:t>STATUS BANDS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≥ 75  →  verified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50-74 →  disputed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25-49 →  unverified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&lt; 25  →  contradicted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Report trust score =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mean of claim confidences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THE PROOF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The misinformation trap — caught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F5B942"/>
                </a:solidFill>
              </a:defRPr>
            </a:pPr>
            <a:r>
              <a:t>Query: “Albert Einstein won the Nobel Prize for his theory of relativity”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743200"/>
            <a:ext cx="5486400" cy="32918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FF5D6C"/>
                </a:solidFill>
              </a:defRPr>
            </a:pPr>
            <a:r>
              <a:t>WHAT HAPPENED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1. Extractor surfaced the premise itself as Claim 1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2. All three verifiers: A=refute B=refute C=refute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3. Claim 1 → CONTRADICTED (95% confidence it is false)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4. Report opens: “Contrary to the common claim…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   he won for the law of the photoelectric effect [1][5]”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5. Trust score 92 across 8 verified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2743200"/>
            <a:ext cx="5303520" cy="32918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2ECC8F"/>
                </a:solidFill>
              </a:defRPr>
            </a:pPr>
            <a:r>
              <a:t>WHY JUDGES SHOULD CARE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A plain chatbot repeats the myth confidently.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VeriFact refutes it with receipts.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Same pipeline on clean topics (Eiffel Tower,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mRNA vaccines) → high-trust reports,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zero false alarms.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4F8CFF"/>
                </a:solidFill>
              </a:defRPr>
            </a:pPr>
            <a:r>
              <a:t>BUILD &amp; WHAT'S NEXT</a:t>
            </a:r>
          </a:p>
          <a:p>
            <a:pPr algn="l">
              <a:spcAft>
                <a:spcPts val="0"/>
              </a:spcAft>
              <a:defRPr sz="3400" b="1">
                <a:solidFill>
                  <a:srgbClr val="E8ECF4"/>
                </a:solidFill>
              </a:defRPr>
            </a:pPr>
            <a:r>
              <a:t>Tech stack and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548640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4F8CFF"/>
                </a:solidFill>
              </a:defRPr>
            </a:pPr>
            <a:r>
              <a:t>TECH STACK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Backend — FastAPI + asyncio, SSE streaming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LLM — Qwen (DashScope, OpenAI-compatible)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Search — Tavily API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Frontend — vanilla JS/CSS (zero build step)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Deploy — Docker + Render (render.yaml)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~2,500 lines · 7 agents · fully async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Typical run: 30-40 seconds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737360"/>
            <a:ext cx="5303520" cy="4206240"/>
          </a:xfrm>
          <a:prstGeom prst="rect">
            <a:avLst/>
          </a:prstGeom>
          <a:solidFill>
            <a:srgbClr val="141B2D"/>
          </a:solidFill>
          <a:ln>
            <a:solidFill>
              <a:srgbClr val="232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800"/>
              </a:spcAft>
              <a:defRPr sz="1500" b="1">
                <a:solidFill>
                  <a:srgbClr val="7C5CFF"/>
                </a:solidFill>
              </a:defRPr>
            </a:pPr>
            <a:r>
              <a:t>FUTURE WORK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Dynamic re-research: low-confidence claims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trigger targeted follow-up searches (LangGraph)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Full-document RAG over uploaded PDFs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Browser extension: verify any article in-place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Claim history: track how facts change over time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Multi-model panel: different LLMs per verifier</a:t>
            </a:r>
          </a:p>
          <a:p>
            <a:pPr>
              <a:spcAft>
                <a:spcPts val="600"/>
              </a:spcAft>
              <a:defRPr sz="1250">
                <a:solidFill>
                  <a:srgbClr val="8B96AD"/>
                </a:solidFill>
              </a:defRPr>
            </a:pPr>
            <a:r>
              <a:t>for true model diversity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