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18872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5400" b="1">
                <a:solidFill>
                  <a:srgbClr val="F7EDF1"/>
                </a:solidFill>
              </a:defRPr>
            </a:pPr>
            <a:r>
              <a:t>⚖️  VERITASAI</a:t>
            </a:r>
          </a:p>
          <a:p>
            <a:pPr algn="l">
              <a:spcAft>
                <a:spcPts val="800"/>
              </a:spcAft>
              <a:defRPr sz="2400" b="1">
                <a:solidFill>
                  <a:srgbClr val="FB7185"/>
                </a:solidFill>
              </a:defRPr>
            </a:pPr>
            <a:r>
              <a:t>The Research Court — Autonomous Multi-Agent Fact-Verification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A5828F"/>
                </a:solidFill>
              </a:defRPr>
            </a:pPr>
            <a:r>
              <a:t>Ten agents research, argue, verify, and cite in the open. Every claim is a cryptographically verifiable artifact — anchored to a Merkle tree you can check in your own browser.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7548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A5828F"/>
                </a:solidFill>
              </a:defRPr>
            </a:pPr>
            <a:r>
              <a:t>InnovaHack Chapter 1  ·  Domain 3: Gen AI  ·  Problem Statement 1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3ECF8E"/>
                </a:solidFill>
              </a:defRPr>
            </a:pPr>
            <a:r>
              <a:t>All 9 phases implemented · 100% trap catch-rate · 0% false alarms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THE PROBLEM</a:t>
            </a:r>
          </a:p>
          <a:p>
            <a:pPr algn="l">
              <a:spcAft>
                <a:spcPts val="0"/>
              </a:spcAft>
              <a:defRPr sz="3400" b="1">
                <a:solidFill>
                  <a:srgbClr val="F7EDF1"/>
                </a:solidFill>
              </a:defRPr>
            </a:pPr>
            <a:r>
              <a:t>AI confidently lies. Users can't tell when.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700">
                <a:solidFill>
                  <a:srgbClr val="F7EDF1"/>
                </a:solidFill>
              </a:defRPr>
            </a:pPr>
            <a:r>
              <a:t>• Generative AI hallucinates — and reports ~100% confidence while doing it (calibration research, Amazon/MIT 2024-25).</a:t>
            </a:r>
          </a:p>
          <a:p>
            <a:pPr>
              <a:spcAft>
                <a:spcPts val="600"/>
              </a:spcAft>
              <a:defRPr sz="1700">
                <a:solidFill>
                  <a:srgbClr val="F7EDF1"/>
                </a:solidFill>
              </a:defRPr>
            </a:pPr>
            <a:r>
              <a:t>• Single-model answers give no receipts: no sources, no dissent, no way to know what was verified — citations link URLs, not evidence.</a:t>
            </a:r>
          </a:p>
          <a:p>
            <a:pPr>
              <a:spcAft>
                <a:spcPts val="600"/>
              </a:spcAft>
              <a:defRPr sz="1700">
                <a:solidFill>
                  <a:srgbClr val="F5B942"/>
                </a:solidFill>
              </a:defRPr>
            </a:pPr>
            <a:r>
              <a:t>• Example: ask a chatbot “Did Einstein win the Nobel for relativity?” — many repeat the myth with full confidence.</a:t>
            </a:r>
          </a:p>
          <a:p>
            <a:pPr>
              <a:spcAft>
                <a:spcPts val="600"/>
              </a:spcAft>
              <a:defRPr sz="1700">
                <a:solidFill>
                  <a:srgbClr val="F7EDF1"/>
                </a:solidFill>
              </a:defRPr>
            </a:pPr>
            <a:r>
              <a:t>• The problem statement asks: can multiple AI agents check and challenge each other to produce trustworthy output?</a:t>
            </a:r>
          </a:p>
          <a:p>
            <a:pPr>
              <a:spcAft>
                <a:spcPts val="600"/>
              </a:spcAft>
              <a:defRPr sz="1900">
                <a:solidFill>
                  <a:srgbClr val="3ECF8E"/>
                </a:solidFill>
              </a:defRPr>
            </a:pPr>
            <a:r>
              <a:t>VeritasAI's answer: a self-adversarial court, not a single voice — and every receipt is math.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THE SOLUTION</a:t>
            </a:r>
          </a:p>
          <a:p>
            <a:pPr algn="l">
              <a:spcAft>
                <a:spcPts val="0"/>
              </a:spcAft>
              <a:defRPr sz="3400" b="1">
                <a:solidFill>
                  <a:srgbClr val="F7EDF1"/>
                </a:solidFill>
              </a:defRPr>
            </a:pPr>
            <a:r>
              <a:t>The Research Court — a 10-stage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2103120"/>
            <a:ext cx="1737360" cy="155448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50" b="1">
                <a:solidFill>
                  <a:srgbClr val="F7EDF1"/>
                </a:solidFill>
              </a:defRPr>
            </a:pPr>
            <a:r>
              <a:t>1-2 · MURLI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3 hypotheses +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self-challenge →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counter-searches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1991" y="2697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43F5E"/>
                </a:solidFill>
              </a:defRPr>
            </a:pPr>
            <a: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2441448" y="2103120"/>
            <a:ext cx="1737360" cy="155448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50" b="1">
                <a:solidFill>
                  <a:srgbClr val="F7EDF1"/>
                </a:solidFill>
              </a:defRPr>
            </a:pPr>
            <a:r>
              <a:t>3 · EVIDENCE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Serper web+scholar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+news → Tavily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full-text, hashed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2697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43F5E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9976" y="2103120"/>
            <a:ext cx="1737360" cy="155448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50" b="1">
                <a:solidFill>
                  <a:srgbClr val="F7EDF1"/>
                </a:solidFill>
              </a:defRPr>
            </a:pPr>
            <a:r>
              <a:t>4 · CLAIMS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atomic claims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anchored to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chunks + dedup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8" y="2697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43F5E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318504" y="2103120"/>
            <a:ext cx="1737360" cy="1554480"/>
          </a:xfrm>
          <a:prstGeom prst="rect">
            <a:avLst/>
          </a:prstGeom>
          <a:solidFill>
            <a:srgbClr val="241019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50" b="1">
                <a:solidFill>
                  <a:srgbClr val="F43F5E"/>
                </a:solidFill>
              </a:defRPr>
            </a:pPr>
            <a:r>
              <a:t>5 · COURT ×3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span-gated quotes,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HMAC-signed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verdicts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7575" y="2697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43F5E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57032" y="2103120"/>
            <a:ext cx="1737360" cy="155448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50" b="1">
                <a:solidFill>
                  <a:srgbClr val="F7EDF1"/>
                </a:solidFill>
              </a:defRPr>
            </a:pPr>
            <a:r>
              <a:t>6 · DEBATE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concede / rebut /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hold → Judge rules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+ records dissent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6104" y="26974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43F5E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95560" y="2103120"/>
            <a:ext cx="1737360" cy="155448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50" b="1">
                <a:solidFill>
                  <a:srgbClr val="F7EDF1"/>
                </a:solidFill>
              </a:defRPr>
            </a:pPr>
            <a:r>
              <a:t>7-10 · VERDICT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trust engine,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argument tree,</a:t>
            </a:r>
          </a:p>
          <a:p>
            <a:pPr algn="ctr">
              <a:spcAft>
                <a:spcPts val="600"/>
              </a:spcAft>
              <a:defRPr sz="1100">
                <a:solidFill>
                  <a:srgbClr val="A5828F"/>
                </a:solidFill>
              </a:defRPr>
            </a:pPr>
            <a:r>
              <a:t>Merkle 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9728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500">
                <a:solidFill>
                  <a:srgbClr val="F7EDF1"/>
                </a:solidFill>
              </a:defRPr>
            </a:pPr>
            <a:r>
              <a:t>• Live pipeline: every stage streams to the browser over Server-Sent Events — hypotheses form, verdict badges flip, fabricated quotes get voided in real time.</a:t>
            </a:r>
          </a:p>
          <a:p>
            <a:pPr>
              <a:spcAft>
                <a:spcPts val="600"/>
              </a:spcAft>
              <a:defRPr sz="1500">
                <a:solidFill>
                  <a:srgbClr val="F7EDF1"/>
                </a:solidFill>
              </a:defRPr>
            </a:pPr>
            <a:r>
              <a:t>• Research-grounded: STORM (multi-perspective research), DebateCV SIGIR 2025 (debate-driven verification), FActScore (atomic claims), MBFC (source tiers).</a:t>
            </a:r>
          </a:p>
          <a:p>
            <a:pPr>
              <a:spcAft>
                <a:spcPts val="600"/>
              </a:spcAft>
              <a:defRPr sz="1500">
                <a:solidFill>
                  <a:srgbClr val="F7EDF1"/>
                </a:solidFill>
              </a:defRPr>
            </a:pPr>
            <a:r>
              <a:t>• Resilient: per-agent failure tolerance, JSON nudge-retry, graceful degradation, model auto-fallback on quota exhaustion.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THE CORE INNOVATION</a:t>
            </a:r>
          </a:p>
          <a:p>
            <a:pPr algn="l">
              <a:spcAft>
                <a:spcPts val="0"/>
              </a:spcAft>
              <a:defRPr sz="3400" b="1">
                <a:solidFill>
                  <a:srgbClr val="F7EDF1"/>
                </a:solidFill>
              </a:defRPr>
            </a:pPr>
            <a:r>
              <a:t>Murli attacks its own findings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5486400" cy="420624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SELF-ADVERSARIAL REASONING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Standard agents “yes-sir” the prompt.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Murli generates 3 competing hypotheses,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then for each asks: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“If this is WRONG, why would it be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 wrong? What evidence would DISPROVE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 it? Who disagrees, and on what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 grounds?”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…and issues those questions as REAL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searches — not rhetorical questions.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737360"/>
            <a:ext cx="5303520" cy="420624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3ECF8E"/>
                </a:solidFill>
              </a:defRPr>
            </a:pPr>
            <a:r>
              <a:t>WHAT THE COURT RECEIVES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• 3 hypotheses with prior plausibility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• counter-evidence searches already run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• self-identified weaknesses per hypothesis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(single-source dependence, confounders,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 unverifiable premises)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• full-text sources (Serper → Tavily),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chunked and SHA-256 hashed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Hallucination is pre-filtered at the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source — before verification begins.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THE TRUST LAYER</a:t>
            </a:r>
          </a:p>
          <a:p>
            <a:pPr algn="l">
              <a:spcAft>
                <a:spcPts val="0"/>
              </a:spcAft>
              <a:defRPr sz="3400" b="1">
                <a:solidFill>
                  <a:srgbClr val="F7EDF1"/>
                </a:solidFill>
              </a:defRPr>
            </a:pPr>
            <a:r>
              <a:t>Citations as cryptographic artifacts (FEC)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5486400" cy="201168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FF6B6B"/>
                </a:solidFill>
              </a:defRPr>
            </a:pPr>
            <a:r>
              <a:t>SPAN GATE + SIGNED VERDICTS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Every verdict must quote an evidence span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that exists VERBATIM in the corpus —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fabricated quotes void the verdict.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Verdicts are HMAC-signed per run.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737360"/>
            <a:ext cx="5303520" cy="201168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MERKLE ANCHORING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Every chunk hashed; the run's chunks form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a Merkle tree. Each claim stores the proof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path for its cited chunks — verified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client-side via Web Crypto. No server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72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500">
                <a:solidFill>
                  <a:srgbClr val="F7EDF1"/>
                </a:solidFill>
              </a:defRPr>
            </a:pPr>
            <a:r>
              <a:t>Click any citation → the Evidence Inspector shows the exact quoted sentence highlighted in its source chunk, the authority tier, the content hash, and a Merkle proof verified in your browser.</a:t>
            </a:r>
          </a:p>
          <a:p>
            <a:pPr>
              <a:spcAft>
                <a:spcPts val="600"/>
              </a:spcAft>
              <a:defRPr sz="1500">
                <a:solidFill>
                  <a:srgbClr val="3ECF8E"/>
                </a:solidFill>
              </a:defRPr>
            </a:pPr>
            <a:r>
              <a:t>GET /api/reports/{id}/verify recomputes the root and re-checks every signature from stored data alone — the report proves itself.</a:t>
            </a:r>
          </a:p>
          <a:p>
            <a:pPr>
              <a:spcAft>
                <a:spcPts val="600"/>
              </a:spcAft>
              <a:defRPr sz="1600">
                <a:solidFill>
                  <a:srgbClr val="F5B942"/>
                </a:solidFill>
              </a:defRPr>
            </a:pPr>
            <a:r>
              <a:t>“No more ‘I read it on the internet’ — every claim shows its receipt, and the receipt is math.”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THE PROOF</a:t>
            </a:r>
          </a:p>
          <a:p>
            <a:pPr algn="l">
              <a:spcAft>
                <a:spcPts val="0"/>
              </a:spcAft>
              <a:defRPr sz="3400" b="1">
                <a:solidFill>
                  <a:srgbClr val="F7EDF1"/>
                </a:solidFill>
              </a:defRPr>
            </a:pPr>
            <a:r>
              <a:t>Measured, not vibes — the eval 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5486400" cy="420624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3ECF8E"/>
                </a:solidFill>
              </a:defRPr>
            </a:pPr>
            <a:r>
              <a:t>50-CLAIM LABELED HARNESS (CI-GATED)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Label accuracy: 100%  (target ≥75%)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Trap catch-rate:       100%  (target ≥90%)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False-alarm rate:        0%  (target ≤10%)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Error rate:              0%  (target ≤5%)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Calibration (ECE):    0.309  (measured + shown)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Einstein trap → premise REFUTED 3-0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Great Wall trap → 6 fabricated quotes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caught and VOIDED by the span gate;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premise still REFUTED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Clean topics → high trust, zero false alarms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737360"/>
            <a:ext cx="5303520" cy="420624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PHASE 3 — MEMORY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Re-run speedup:  56% faster (55s → 24s)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Claims reused from memory:  7/9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Priors recalled at intake:  6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PHASE 6 — SEMANTIC LAYER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Counter-evidence retrieval surfaces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opposing passages keyword search misses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(contrastive embedding score)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PHASE 7 — KNOWLEDGE GRAPH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Circular citations detected in the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provenance graph (blog-citing-blog)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LIVE DEMO</a:t>
            </a:r>
          </a:p>
          <a:p>
            <a:pPr algn="l">
              <a:spcAft>
                <a:spcPts val="0"/>
              </a:spcAft>
              <a:defRPr sz="3400" b="1">
                <a:solidFill>
                  <a:srgbClr val="F7EDF1"/>
                </a:solidFill>
              </a:defRPr>
            </a:pPr>
            <a:r>
              <a:t>What the judges will see (3 minutes)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F7EDF1"/>
                </a:solidFill>
              </a:defRPr>
            </a:pPr>
            <a:r>
              <a:t>1. Open the landing page — the court is already in session (live transcript).</a:t>
            </a:r>
          </a:p>
          <a:p>
            <a:pPr>
              <a:spcAft>
                <a:spcPts val="600"/>
              </a:spcAft>
              <a:defRPr sz="1600">
                <a:solidFill>
                  <a:srgbClr val="F5B942"/>
                </a:solidFill>
              </a:defRPr>
            </a:pPr>
            <a:r>
              <a:t>2. Enter a trap: “The Great Wall of China is visible from space.”</a:t>
            </a:r>
          </a:p>
          <a:p>
            <a:pPr>
              <a:spcAft>
                <a:spcPts val="600"/>
              </a:spcAft>
              <a:defRPr sz="1600">
                <a:solidFill>
                  <a:srgbClr val="F7EDF1"/>
                </a:solidFill>
              </a:defRPr>
            </a:pPr>
            <a:r>
              <a:t>3. Watch the terminal: Murli forms 3 hypotheses, issues counter-searches,</a:t>
            </a:r>
          </a:p>
          <a:p>
            <a:pPr>
              <a:spcAft>
                <a:spcPts val="600"/>
              </a:spcAft>
              <a:defRPr sz="1600">
                <a:solidFill>
                  <a:srgbClr val="F7EDF1"/>
                </a:solidFill>
              </a:defRPr>
            </a:pPr>
            <a:r>
              <a:t>   publishes its own weaknesses. Evidence streams in, chunked and hashed.</a:t>
            </a:r>
          </a:p>
          <a:p>
            <a:pPr>
              <a:spcAft>
                <a:spcPts val="600"/>
              </a:spcAft>
              <a:defRPr sz="1600">
                <a:solidFill>
                  <a:srgbClr val="F7EDF1"/>
                </a:solidFill>
              </a:defRPr>
            </a:pPr>
            <a:r>
              <a:t>4. The chat space: three verifiers argue. The Skeptic disputes. Quotes that</a:t>
            </a:r>
          </a:p>
          <a:p>
            <a:pPr>
              <a:spcAft>
                <a:spcPts val="600"/>
              </a:spcAft>
              <a:defRPr sz="1600">
                <a:solidFill>
                  <a:srgbClr val="FF6B6B"/>
                </a:solidFill>
              </a:defRPr>
            </a:pPr>
            <a:r>
              <a:t>   don't exist in the corpus are VOIDED live — the span gate in action.</a:t>
            </a:r>
          </a:p>
          <a:p>
            <a:pPr>
              <a:spcAft>
                <a:spcPts val="600"/>
              </a:spcAft>
              <a:defRPr sz="1600">
                <a:solidFill>
                  <a:srgbClr val="F7EDF1"/>
                </a:solidFill>
              </a:defRPr>
            </a:pPr>
            <a:r>
              <a:t>5. The verdict: premise REFUTED. Click a citation → Evidence Inspector shows</a:t>
            </a:r>
          </a:p>
          <a:p>
            <a:pPr>
              <a:spcAft>
                <a:spcPts val="600"/>
              </a:spcAft>
              <a:defRPr sz="1600">
                <a:solidFill>
                  <a:srgbClr val="3ECF8E"/>
                </a:solidFill>
              </a:defRPr>
            </a:pPr>
            <a:r>
              <a:t>   the exact quote, the hash, the Merkle proof verified in-browser.</a:t>
            </a:r>
          </a:p>
          <a:p>
            <a:pPr>
              <a:spcAft>
                <a:spcPts val="600"/>
              </a:spcAft>
              <a:defRPr sz="1600">
                <a:solidFill>
                  <a:srgbClr val="F7EDF1"/>
                </a:solidFill>
              </a:defRPr>
            </a:pPr>
            <a:r>
              <a:t>6. The argument tree shows the Toulmin structure + weakest link.</a:t>
            </a:r>
          </a:p>
          <a:p>
            <a:pPr>
              <a:spcAft>
                <a:spcPts val="600"/>
              </a:spcAft>
              <a:defRPr sz="1600">
                <a:solidFill>
                  <a:srgbClr val="FB7185"/>
                </a:solidFill>
              </a:defRPr>
            </a:pPr>
            <a:r>
              <a:t>7. Re-run the same topic → 56% faster, priors recalled from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REAL-WORLD IMPACT</a:t>
            </a:r>
          </a:p>
          <a:p>
            <a:pPr algn="l">
              <a:spcAft>
                <a:spcPts val="0"/>
              </a:spcAft>
              <a:defRPr sz="3400" b="1">
                <a:solidFill>
                  <a:srgbClr val="F7EDF1"/>
                </a:solidFill>
              </a:defRPr>
            </a:pPr>
            <a:r>
              <a:t>Who needs this, and how it scales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5486400" cy="420624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WHO NEEDS THIS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Journalists &amp; newsrooms — verify claims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before publishing, with receipts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Researchers — literature-backed fact-checking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with provenance tracking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Legal &amp; compliance — auditable verification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trails (compliance mode: full reasoning)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Platforms — white-label API for content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moderation at scale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Education — teach critical thinking with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a system that shows its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737360"/>
            <a:ext cx="5303520" cy="420624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3ECF8E"/>
                </a:solidFill>
              </a:defRPr>
            </a:pPr>
            <a:r>
              <a:t>BUSINESS MODEL (IMPLEMENTED)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Free / Pro ($49/mo) / Enterprise ($149/mo)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Multi-tenant: API keys, usage metering,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plan-based daily limits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White-label API v1 with rate limiting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SCALE PATH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Async pipeline (semaphore-bounded LLM calls)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Workflow journal: retry / replay for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long-running investigations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Prometheus metrics for observability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Docker + nginx edge → horizontal scaling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BUILD</a:t>
            </a:r>
          </a:p>
          <a:p>
            <a:pPr algn="l">
              <a:spcAft>
                <a:spcPts val="0"/>
              </a:spcAft>
              <a:defRPr sz="3400" b="1">
                <a:solidFill>
                  <a:srgbClr val="F7EDF1"/>
                </a:solidFill>
              </a:defRPr>
            </a:pPr>
            <a:r>
              <a:t>All 9 phases shipped — the full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37360"/>
            <a:ext cx="5486400" cy="420624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TECH STACK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Frontend — React 18 + TypeScript + Vite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Web Crypto (client-side Merkle verification)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Backend — FastAPI + asyncio, SSE streaming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LLM — Qwen 3.5-plus (DashScope),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auto-fallback to qwen3.6-plus-2026-04-02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Search — Serper.dev (web + scholar + news)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Extraction — Tavily /extract (full text)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Semantic — ChromaDB + bge-small-en-v1.5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Graph — NetworkX (provenance + cycles)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Storage — SQLite (journal + memory + tenants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+ feedback + workflow)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Deploy — Docker (multi-stage) /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737360"/>
            <a:ext cx="5303520" cy="4206240"/>
          </a:xfrm>
          <a:prstGeom prst="rect">
            <a:avLst/>
          </a:prstGeom>
          <a:solidFill>
            <a:srgbClr val="241019"/>
          </a:solidFill>
          <a:ln>
            <a:solidFill>
              <a:srgbClr val="4A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FB7185"/>
                </a:solidFill>
              </a:defRPr>
            </a:pPr>
            <a:r>
              <a:t>PHASES 0-9 (ALL IMPLEMENTED)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P0 — Foundation: Murli + evidence pipeline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P1 — Full Court: span gate + signed verdicts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P2 — Trust &amp; Eval: harness + ECE + authority v2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P3 — Memory &amp; Debate: FTS5 + multi-turn + Judge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P4 — React Frontend: landing + chat + terminal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P5 — Argument Trees: Toulmin + radar + analytics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P6 — Semantic: ChromaDB counter-evidence + dedup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P7 — Knowledge Graph: provenance + circular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citations + Expert Referee + API v1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P8 — Durable Scale: workflow replay + metrics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    + compliance mode + Sentry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P9 — Enterprise: Red-Team + multi-tenant SaaS</a:t>
            </a:r>
          </a:p>
          <a:p>
            <a:pPr>
              <a:spcAft>
                <a:spcPts val="600"/>
              </a:spcAft>
              <a:defRPr sz="1250">
                <a:solidFill>
                  <a:srgbClr val="A5828F"/>
                </a:solidFill>
              </a:defRPr>
            </a:pPr>
            <a:r>
              <a:t>      + RLHF-style feedback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6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7EDF1"/>
                </a:solidFill>
              </a:defRPr>
            </a:pPr>
            <a:r>
              <a:t>“Every claim shows its receipt,</a:t>
            </a:r>
          </a:p>
          <a:p>
            <a:pPr algn="l">
              <a:spcAft>
                <a:spcPts val="800"/>
              </a:spcAft>
              <a:defRPr sz="3600" b="1">
                <a:solidFill>
                  <a:srgbClr val="F43F5E"/>
                </a:solidFill>
              </a:defRPr>
            </a:pPr>
            <a:r>
              <a:t> and the receipt is math.”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7EDF1"/>
                </a:solidFill>
              </a:defRPr>
            </a:pPr>
          </a:p>
          <a:p>
            <a:pPr algn="l">
              <a:spcAft>
                <a:spcPts val="800"/>
              </a:spcAft>
              <a:defRPr sz="1800" b="0">
                <a:solidFill>
                  <a:srgbClr val="A5828F"/>
                </a:solidFill>
              </a:defRPr>
            </a:pPr>
            <a:r>
              <a:t>VeritasAI doesn't just answer — it argues, verifies, and proves. Ten agents, one verdict, zero trust required in us.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F7EDF1"/>
                </a:solidFill>
              </a:defRPr>
            </a:pPr>
          </a:p>
          <a:p>
            <a:pPr algn="l">
              <a:spcAft>
                <a:spcPts val="800"/>
              </a:spcAft>
              <a:defRPr sz="1600" b="1">
                <a:solidFill>
                  <a:srgbClr val="3ECF8E"/>
                </a:solidFill>
              </a:defRPr>
            </a:pPr>
            <a:r>
              <a:t>100% trap catch-rate · 0% false alarms · 56% faster re-runs · Merkle-verified receipts · all 9 phases shipped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A5828F"/>
                </a:solidFill>
              </a:defRPr>
            </a:pPr>
            <a:r>
              <a:t>InnovaHack Chapter 1  ·  Domain 3: Gen AI  ·  Problem Statement 1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FB7185"/>
                </a:solidFill>
              </a:defRPr>
            </a:pPr>
            <a:r>
              <a:t>GitHub: github.com/ArpitKumar8649/Innovahack_chapter1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